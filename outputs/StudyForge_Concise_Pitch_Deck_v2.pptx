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fc854cea841b7" /><Relationship Type="http://schemas.openxmlformats.org/officeDocument/2006/relationships/extended-properties" Target="/docProps/app.xml" Id="R7d3148a23a034551" /><Relationship Type="http://schemas.openxmlformats.org/officeDocument/2006/relationships/officeDocument" Target="/ppt/presentation.xml" Id="R07f8db54749b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164422c234516"/>
  </p:sldMasterIdLst>
  <p:notesMasterIdLst>
    <p:notesMasterId xmlns:r="http://schemas.openxmlformats.org/officeDocument/2006/relationships" r:id="R867e2774276849db"/>
  </p:notesMasterIdLst>
  <p:sldIdLst>
    <p:sldId xmlns:r="http://schemas.openxmlformats.org/officeDocument/2006/relationships" id="256" r:id="R140a0ae8d67a47ca"/>
    <p:sldId xmlns:r="http://schemas.openxmlformats.org/officeDocument/2006/relationships" id="257" r:id="R14d102144f3e46c2"/>
    <p:sldId xmlns:r="http://schemas.openxmlformats.org/officeDocument/2006/relationships" id="258" r:id="Rdac138c235964d1b"/>
    <p:sldId xmlns:r="http://schemas.openxmlformats.org/officeDocument/2006/relationships" id="259" r:id="R7ea990dc2a6f4830"/>
    <p:sldId xmlns:r="http://schemas.openxmlformats.org/officeDocument/2006/relationships" id="260" r:id="R00f8780918f24f90"/>
    <p:sldId xmlns:r="http://schemas.openxmlformats.org/officeDocument/2006/relationships" id="261" r:id="R2566c3e876c749b2"/>
    <p:sldId xmlns:r="http://schemas.openxmlformats.org/officeDocument/2006/relationships" id="262" r:id="Rf6d8b78025e840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f6bfa5f194dd8" /><Relationship Type="http://schemas.openxmlformats.org/officeDocument/2006/relationships/slideMaster" Target="/ppt/slideMasters/slideMaster1.xml" Id="R508164422c234516" /><Relationship Type="http://schemas.openxmlformats.org/officeDocument/2006/relationships/notesMaster" Target="/ppt/notesMasters/notesMaster1.xml" Id="R867e2774276849db" /><Relationship Type="http://schemas.openxmlformats.org/officeDocument/2006/relationships/presProps" Target="/ppt/presProps.xml" Id="R9f67e2d34d204346" /><Relationship Type="http://schemas.openxmlformats.org/officeDocument/2006/relationships/tableStyles" Target="/ppt/tableStyles.xml" Id="R4feaed2b4c0644bb" /><Relationship Type="http://schemas.openxmlformats.org/officeDocument/2006/relationships/slide" Target="/ppt/slides/slide1.xml" Id="R140a0ae8d67a47ca" /><Relationship Type="http://schemas.openxmlformats.org/officeDocument/2006/relationships/slide" Target="/ppt/slides/slide2.xml" Id="R14d102144f3e46c2" /><Relationship Type="http://schemas.openxmlformats.org/officeDocument/2006/relationships/slide" Target="/ppt/slides/slide3.xml" Id="Rdac138c235964d1b" /><Relationship Type="http://schemas.openxmlformats.org/officeDocument/2006/relationships/slide" Target="/ppt/slides/slide4.xml" Id="R7ea990dc2a6f4830" /><Relationship Type="http://schemas.openxmlformats.org/officeDocument/2006/relationships/slide" Target="/ppt/slides/slide5.xml" Id="R00f8780918f24f90" /><Relationship Type="http://schemas.openxmlformats.org/officeDocument/2006/relationships/slide" Target="/ppt/slides/slide6.xml" Id="R2566c3e876c749b2" /><Relationship Type="http://schemas.openxmlformats.org/officeDocument/2006/relationships/slide" Target="/ppt/slides/slide7.xml" Id="Rf6d8b78025e8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7373f40d1b40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f526f645c34fa2" /><Relationship Type="http://schemas.openxmlformats.org/officeDocument/2006/relationships/notesMaster" Target="/ppt/notesMasters/notesMaster1.xml" Id="Ra67927d8b2db4f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072ad4ccad4957" /><Relationship Type="http://schemas.openxmlformats.org/officeDocument/2006/relationships/notesMaster" Target="/ppt/notesMasters/notesMaster1.xml" Id="R8951a43b55b1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e45eff175244ed" /><Relationship Type="http://schemas.openxmlformats.org/officeDocument/2006/relationships/notesMaster" Target="/ppt/notesMasters/notesMaster1.xml" Id="Rc8f20b7aff60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067e30316490a" /><Relationship Type="http://schemas.openxmlformats.org/officeDocument/2006/relationships/notesMaster" Target="/ppt/notesMasters/notesMaster1.xml" Id="Rb3db355b08e840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725569432745ed" /><Relationship Type="http://schemas.openxmlformats.org/officeDocument/2006/relationships/notesMaster" Target="/ppt/notesMasters/notesMaster1.xml" Id="Raeaf2530edda40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4915c18bed42c5" /><Relationship Type="http://schemas.openxmlformats.org/officeDocument/2006/relationships/notesMaster" Target="/ppt/notesMasters/notesMaster1.xml" Id="R7a964848c9f4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18a564a0024a60" /><Relationship Type="http://schemas.openxmlformats.org/officeDocument/2006/relationships/notesMaster" Target="/ppt/notesMasters/notesMaster1.xml" Id="R5e5b07b325dc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positioning sentence reflects the current About page and topic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Problem framing comes from the previously supplied pitch scope and the current product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four-step route reflects the current topic hub: Learn, Remember, Practice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Feature descriptions come from current StudyForge routes and interface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Privacy and free-access boundaries come from previously supplied StudyForge requirements and current dashboard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Pilot scope is a proposal, not a claim of an existing school rollout or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final ask is intentionally limited to a defined pilot. No numerical outcomes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d45abdfe544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1f25adc2048ed" /><Relationship Type="http://schemas.openxmlformats.org/officeDocument/2006/relationships/slideLayout" Target="/ppt/slideLayouts/slideLayout1.xml" Id="R091037a2c736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037a2c736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583ac7fdc463a" /><Relationship Type="http://schemas.openxmlformats.org/officeDocument/2006/relationships/image" Target="/ppt/media/image.png" Id="Rac567bce4ec54345" /><Relationship Type="http://schemas.openxmlformats.org/officeDocument/2006/relationships/notesSlide" Target="/ppt/notesSlides/notesSlide1.xml" Id="Ra4bd2f9752d947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ae76dd0c346ca" /><Relationship Type="http://schemas.openxmlformats.org/officeDocument/2006/relationships/image" Target="/ppt/media/image2.png" Id="Rd520b65d19fb4924" /><Relationship Type="http://schemas.openxmlformats.org/officeDocument/2006/relationships/notesSlide" Target="/ppt/notesSlides/notesSlide2.xml" Id="R31a4463337cb4a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ec3a19d3b4506" /><Relationship Type="http://schemas.openxmlformats.org/officeDocument/2006/relationships/image" Target="/ppt/media/image3.png" Id="R2cdff40e5a9d4b62" /><Relationship Type="http://schemas.openxmlformats.org/officeDocument/2006/relationships/notesSlide" Target="/ppt/notesSlides/notesSlide3.xml" Id="Rb7a4c7196f6f43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a692b44fa4e62" /><Relationship Type="http://schemas.openxmlformats.org/officeDocument/2006/relationships/image" Target="/ppt/media/image4.png" Id="R85db0623fb444091" /><Relationship Type="http://schemas.openxmlformats.org/officeDocument/2006/relationships/notesSlide" Target="/ppt/notesSlides/notesSlide4.xml" Id="Ra88e89d0d06744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a68be3e744189" /><Relationship Type="http://schemas.openxmlformats.org/officeDocument/2006/relationships/image" Target="/ppt/media/image5.png" Id="R6727ceb663c4403f" /><Relationship Type="http://schemas.openxmlformats.org/officeDocument/2006/relationships/notesSlide" Target="/ppt/notesSlides/notesSlide5.xml" Id="Rb724a4e66077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95c6b99d6499e" /><Relationship Type="http://schemas.openxmlformats.org/officeDocument/2006/relationships/image" Target="/ppt/media/image6.png" Id="R1eb8eb679f4c4840" /><Relationship Type="http://schemas.openxmlformats.org/officeDocument/2006/relationships/notesSlide" Target="/ppt/notesSlides/notesSlide6.xml" Id="Rca94d3e20de046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81001a714bab" /><Relationship Type="http://schemas.openxmlformats.org/officeDocument/2006/relationships/image" Target="/ppt/media/image7.png" Id="R672c892d5b6b4548" /><Relationship Type="http://schemas.openxmlformats.org/officeDocument/2006/relationships/notesSlide" Target="/ppt/notesSlides/notesSlide7.xml" Id="Ree8d65c03ab4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22AA4-F33D-4D18-8798-888596E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4786-AAB8-44A9-8718-F60E6A36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B58BA-FCAD-483E-9DCB-5F26045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C64D5-F91C-4D87-9D3E-DA6F8C1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with a</a:t>
            </a:r>
          </a:p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9EE76-2064-4760-9DC3-9E6AE73B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StudyForge connects learning, recall and practice in one student-first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43087-141D-4EBD-8DD6-AD7EB5A0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C1906-0A5C-48F0-9878-AEC9207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CONCISE PRODUCT PITCH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67bce4ec54345"/>
          <a:stretch xmlns:a="http://schemas.openxmlformats.org/drawingml/2006/main"/>
        </p:blipFill>
        <p:spPr>
          <a:xfrm xmlns:a="http://schemas.openxmlformats.org/drawingml/2006/main">
            <a:off x="7524750" y="1876741"/>
            <a:ext cx="3886200" cy="259016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4941D-84A2-435E-BA55-33A04D2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2339E-1103-4B41-ADCB-45DFF987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243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8F27-7125-48A5-842A-2FA01F3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E5213-9B00-4395-8B34-A652935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00E14-6522-4D83-B670-D084B5D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loses momentum between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14510-AF98-4D23-BBDF-63E314F6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The work is spread across separate places, so students must rebuild the route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FA69C-FA33-4CC8-97C9-E2191C08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D5FF7-4ABB-4CA1-96E9-4033641F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b65d19fb4924"/>
          <a:stretch xmlns:a="http://schemas.openxmlformats.org/drawingml/2006/main"/>
        </p:blipFill>
        <p:spPr>
          <a:xfrm xmlns:a="http://schemas.openxmlformats.org/drawingml/2006/main">
            <a:off x="762000" y="3048233"/>
            <a:ext cx="2857500" cy="190453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BA1B4-ABA0-450F-8E1A-0131C3F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The core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A3C33-BBD8-4873-ACD7-E9F03EB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636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move between notes, flashcards and questions without a clear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82EB8-481E-4ABF-9CD4-D06A7D6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636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23D90-498C-4A6E-A84B-696F3F8C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Practice also stalls when the useful question supply runs out.</a:t>
            </a:r>
          </a:p>
        </p:txBody>
      </p:sp>
    </p:spTree>
    <p:extLst>
      <p:ext uri="{BB962C8B-B14F-4D97-AF65-F5344CB8AC3E}">
        <p14:creationId xmlns:p14="http://schemas.microsoft.com/office/powerpoint/2010/main" val="1522536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548DC-A1B5-4DCC-914D-7A419273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F5482-C3E8-4972-9907-C688670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2C958-CE8E-4B88-97E7-64B56E6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One connected revision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52D96-8D1D-416C-8F3C-20148E35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Each step prepares the student for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96521-2FEB-4ABB-9480-4C18DA4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DA48B-5310-4898-A67D-0C86B6B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ff40e5a9d4b62"/>
          <a:stretch xmlns:a="http://schemas.openxmlformats.org/drawingml/2006/main"/>
        </p:blipFill>
        <p:spPr>
          <a:xfrm xmlns:a="http://schemas.openxmlformats.org/drawingml/2006/main">
            <a:off x="609600" y="2921250"/>
            <a:ext cx="3067050" cy="20442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17E02-9DDE-45D2-8FFF-003C5DFF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44972-97D2-4A68-8AC7-875CEDD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B12D0-B61B-400C-84D2-0292658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Focused notes explain the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D967-611E-4BDF-A622-15BC10D4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8446A-FDE2-469A-89AB-6E3F2977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97C51-5709-4D0E-8EC0-674AF5F0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FCA48-B3A8-48FD-B1F6-F607ED52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Flashcards bring key ideas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C1F3-4AFB-4995-9E46-9686BDA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6EF82-33D3-4362-830C-21452B9B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ADE04-7589-4045-ABF8-6C52D9FF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8955F-4059-4890-AED0-23C609C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build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2A7E4-891A-46D8-A354-B8C22965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0554A-8DE0-44D7-80EA-AD6FBEB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63202-E2F0-4335-A253-F544CF26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F6EDF-F5C3-4103-9284-80689AA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and papers check readiness</a:t>
            </a:r>
          </a:p>
        </p:txBody>
      </p:sp>
    </p:spTree>
    <p:extLst>
      <p:ext uri="{BB962C8B-B14F-4D97-AF65-F5344CB8AC3E}">
        <p14:creationId xmlns:p14="http://schemas.microsoft.com/office/powerpoint/2010/main" val="16964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C8F9E-E2E9-4320-AB0E-AD75E44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322D7-31C6-4170-AEFC-D343E189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CEFA7-993A-4A90-BF72-1EFF15A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280DB-05FF-4D1A-B05C-FE4B0E3C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 focused toolkit around the revision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F447C-8392-4A5C-8AB7-F1C77B9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34842-87D3-4ADD-857F-04D89DD6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b0623fb444091"/>
          <a:stretch xmlns:a="http://schemas.openxmlformats.org/drawingml/2006/main"/>
        </p:blipFill>
        <p:spPr>
          <a:xfrm xmlns:a="http://schemas.openxmlformats.org/drawingml/2006/main">
            <a:off x="7677150" y="3013337"/>
            <a:ext cx="3219450" cy="214577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77A9B-52F0-43EE-BDE9-231841C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A165-D798-4D00-A64B-B15DA78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Methods and worked examples organised by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CEDD0-486D-4411-A38A-F7002B6E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3AF54-0908-4EA9-B644-F713765C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Flashcards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25C3A-2E41-4520-B7EF-8E14E9C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Recall practice from published or uploaded decks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66EDD-6EEB-4351-A3CF-F969817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8DA7A-0C0B-4BAA-B701-8369803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C590C-621D-42AB-A1B5-1AB3B4C8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with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42A4C-0380-4072-9A86-DD63AF7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32B09-14B8-452E-893D-6C0A28AF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25CF0-3959-4341-A834-9AD877CC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with a route toward past papers</a:t>
            </a:r>
          </a:p>
        </p:txBody>
      </p:sp>
    </p:spTree>
    <p:extLst>
      <p:ext uri="{BB962C8B-B14F-4D97-AF65-F5344CB8AC3E}">
        <p14:creationId xmlns:p14="http://schemas.microsoft.com/office/powerpoint/2010/main" val="210684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87191-F6CD-496D-8886-FA1ED13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326A-1DF1-4E82-A32D-957E71C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4D732-4B69-43C3-BF94-9E34B84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keep control of independent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717EC-996E-4AEA-9CA2-DDA8897A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 visibility begins only when work is assigned.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F1D43-DD5B-4A35-9637-A20847E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2A2D0-15DF-43D5-BE28-EB8C38A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7ceb663c4403f"/>
          <a:stretch xmlns:a="http://schemas.openxmlformats.org/drawingml/2006/main"/>
        </p:blipFill>
        <p:spPr>
          <a:xfrm xmlns:a="http://schemas.openxmlformats.org/drawingml/2006/main">
            <a:off x="704850" y="2851417"/>
            <a:ext cx="3276600" cy="218386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31A0B-EC04-4407-8EA6-4342913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95207-BE56-439D-801B-1EC7989C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Independent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0FB09-646A-41E6-8073-F4D9D17E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do not see a student’s self-directed revision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013BD-790B-47D7-9408-FFA9173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3A968-E734-4E11-BD2B-59775044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90643-2914-4659-B518-1342C22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Assigned homework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00410-40F6-46B2-930D-C96514A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can review completion and answers for compulsory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95C5-BB9B-48B5-8F46-0D6913C0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A4432-76F6-48D2-8D4F-6458F04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rPr>
              <a:t>Student access remains free.</a:t>
            </a:r>
          </a:p>
        </p:txBody>
      </p:sp>
    </p:spTree>
    <p:extLst>
      <p:ext uri="{BB962C8B-B14F-4D97-AF65-F5344CB8AC3E}">
        <p14:creationId xmlns:p14="http://schemas.microsoft.com/office/powerpoint/2010/main" val="882386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5723B-925D-45EA-9E48-F3D9D9D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8D990-577C-4F51-8A9C-13C44F0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3D9A6-0289-42FD-810D-7315E72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 focused school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17BE7-C1A9-4879-8996-9A3DDEE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Proposed scope, subject to agreement with the participating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8398D-5CA9-4700-BB6C-56030E52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833EF-8D71-4645-BE8E-B34276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2A9D6-9FC8-434C-8EDF-E9640016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Initial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D05CA-DC78-41A4-A3AF-F78BCA6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Maths</a:t>
            </a:r>
          </a:p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KS4 and below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B02C8-A452-4833-BB0C-FD5913B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Start with one defined cohort and a manageable topic range.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8eb679f4c4840"/>
          <a:stretch xmlns:a="http://schemas.openxmlformats.org/drawingml/2006/main"/>
        </p:blipFill>
        <p:spPr>
          <a:xfrm xmlns:a="http://schemas.openxmlformats.org/drawingml/2006/main">
            <a:off x="4400550" y="2968819"/>
            <a:ext cx="2381250" cy="158711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9E8F0-6055-4D7F-A3F2-A2D98E5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B1E79-AA62-4D91-84E1-42286E51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A55AB-55FB-4A61-A443-46A7F4F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Agree topics, classes and teacher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03E9C-B887-43EC-87E7-0141AB7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1F7F4-D732-45F0-A9C8-2264D500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Run the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E3BE4-FE8F-4258-A92B-1F2B806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Use revision materials and assigned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94680-055E-4FA8-AB57-41028D6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3B1E1-2E31-4641-A9E9-32C58D8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0D8B0-A7EC-487E-ACB4-4A7ACB3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Examine participation, answers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231674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1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F8B37-B021-4F57-86B0-98D9F28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9B498-465E-4A1A-B07F-D554EBCC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DE3D8-8E14-4E7A-B3C7-84B6EFD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686C5-503A-48F5-A83B-00C02C4E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StudyForge with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defined maths cohort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C12E4-A159-480F-A42B-B6B41A3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946B6-E882-48E6-AFEB-054C5B6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3D44-3F88-4A55-AB05-DC6DC60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the topic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6EFD8-03BE-4DA1-8A95-1EA3E613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11DA2-65F4-45A9-B6F8-DCD06E1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Nominate a teacher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CCD05-DEEB-41AA-8F6B-52A8DB55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E7663-4FA6-4B93-8381-B23EA2D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student cohort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c892d5b6b4548"/>
          <a:stretch xmlns:a="http://schemas.openxmlformats.org/drawingml/2006/main"/>
        </p:blipFill>
        <p:spPr>
          <a:xfrm xmlns:a="http://schemas.openxmlformats.org/drawingml/2006/main">
            <a:off x="8134350" y="2670446"/>
            <a:ext cx="3333750" cy="222195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B4DFF-4399-4DC4-9E08-CFB0B65A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Free student access. Private independent revision. Traceable assigned homework.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CC4D6-0156-4AB7-AFE7-01221482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D96C4-DC55-49F7-BED7-7EC75BDB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7053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2026-10-01T03:03:08.1640000Z</dcterms:created>
  <dcterms:modified xsi:type="dcterms:W3CDTF">2026-10-01T03:03:08.1640000Z</dcterms:modified>
</coreProperties>
</file>